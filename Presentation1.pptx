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4660"/>
  </p:normalViewPr>
  <p:slideViewPr>
    <p:cSldViewPr snapToGrid="0">
      <p:cViewPr>
        <p:scale>
          <a:sx n="100" d="100"/>
          <a:sy n="100" d="100"/>
        </p:scale>
        <p:origin x="-1602" y="-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52327-648D-C9BA-5990-B233ED593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39174-1316-6906-0643-D86762A56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FE438-F6E9-848C-B2B0-3798C7E00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D50C-1404-4D01-84C5-C126F58DFD9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1272B-EBBE-ABAE-7416-673CBC1B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0D43B-C651-42A4-422B-15657163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A11-7390-4819-B444-6790A146E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99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50ED3-B67A-EB00-9B0B-CB083C4E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465D3-8FF2-7F77-3902-55205B894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48D5F-967D-B3C9-43A7-DAFBF2C9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D50C-1404-4D01-84C5-C126F58DFD9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C249E-E0DF-AA82-7468-FF662BCC7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B36BF-E58A-CCCC-AD92-1AB9BC7EE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A11-7390-4819-B444-6790A146E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7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503B-AC72-374B-200D-215C508FE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9946C-BB1B-06CA-DEC6-16092691C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2344-40EE-59AE-B138-32F7D38DD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D50C-1404-4D01-84C5-C126F58DFD9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0C7C2-BE5E-01C3-BF07-044241A2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191E1-8E20-3A06-FAAE-AE9E34F7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A11-7390-4819-B444-6790A146E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25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09948-D4D8-4F9B-80DD-B249344AB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3FCB6-8FBB-5E1A-5D50-45D234EE8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D6BE20-8E32-79D3-2C57-6F6173106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C2324-CAEE-2C63-B7A0-8C6F1FB0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D50C-1404-4D01-84C5-C126F58DFD9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D65FB-DBD0-DF11-8C2E-F9877D7EC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93F1D-D7C4-9970-D8AE-3B2AD1FB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A11-7390-4819-B444-6790A146E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72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A5C96-7661-F82C-0D89-491774297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A23F8-8D07-CE29-B673-749CB697E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7EE12-522A-8E23-72C9-EBE573E48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33F0BD-7C0E-ADFB-499E-A73D98D4D2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27C1C-0DBB-F970-D3FC-6C483DDB7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7D0314-8806-5C70-618C-202B4724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D50C-1404-4D01-84C5-C126F58DFD9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BE8B11-F646-1F21-7A81-06ADEA81B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FDB75-59EE-B1DF-BBF8-ECB68B1A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A11-7390-4819-B444-6790A146E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54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C9F33-6518-C72E-C7FF-D6AD5BA45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603A56-8875-B4AD-792E-92B6DFD43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D50C-1404-4D01-84C5-C126F58DFD9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A4845-0223-B4B2-2EFA-2EB9D9AB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4B8F6-1B35-E189-67A2-A392B4B7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A11-7390-4819-B444-6790A146E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3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467BAE-FCAF-A65F-8177-E596B4D7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D50C-1404-4D01-84C5-C126F58DFD9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F2E46-01DF-9C0E-63DC-000E2C705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AC9F3-7681-0796-0D20-39CABC50D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A11-7390-4819-B444-6790A146E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36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E7BA-8133-1D84-58FA-E88675B7A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5F18B-D572-66F4-8170-345C4FD0A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D4F9C-DE42-F49A-51C8-CE9A5A3A0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8D148-6620-518B-B1FF-B26B30045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D50C-1404-4D01-84C5-C126F58DFD9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897B0-027E-EC5B-0981-27D563CC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9DA4A-BB43-042A-0C61-E8C136705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A11-7390-4819-B444-6790A146E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32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0D97D-DC8A-9061-C24A-982B6FE62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9F257-2012-36FA-930E-4880E9B87B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D8FD3C-3F36-EA61-4BC1-3BA199919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DEF97-6885-8671-B00D-59C794F22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D50C-1404-4D01-84C5-C126F58DFD9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31C7E-39D2-1653-3637-46CDC6FB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F921-1A4B-FBC3-63D3-C149B4ADB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A11-7390-4819-B444-6790A146E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4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4D796-C315-BC5C-3F26-C587CE5F6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404765-BE90-2180-FB36-E8D309AAC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ACFBB-D218-E241-7FC4-075105290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D50C-1404-4D01-84C5-C126F58DFD9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8E05F-ECB9-76BF-82DF-68B535C7E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23DCD-06C7-2218-B91A-7B70DCA73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A11-7390-4819-B444-6790A146E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28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09E20A-A40D-6CF7-7293-1736BFE9B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D3256-4D01-142F-D8B6-AC6D7F599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F466E-0BA9-D575-5359-CD76EB7CA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D50C-1404-4D01-84C5-C126F58DFD9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9F868-3593-2DB6-2868-F4FE0663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B60DC-8095-43DF-BA2E-3C6A85DD5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A11-7390-4819-B444-6790A146E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67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862996-7477-7A29-18F8-5407873B3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EE300-0362-D34C-A67E-4F40D85C2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5DEAF-39F8-622C-2536-23EE4DF0A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6D50C-1404-4D01-84C5-C126F58DFD9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E84CE-B586-E974-51AD-9EB1302F6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20495-E6E7-28AE-7479-24FD0F0BD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455A11-7390-4819-B444-6790A146E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42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07A5808-B44F-E85E-1D5E-CEAF9BD65417}"/>
              </a:ext>
            </a:extLst>
          </p:cNvPr>
          <p:cNvGrpSpPr/>
          <p:nvPr/>
        </p:nvGrpSpPr>
        <p:grpSpPr>
          <a:xfrm>
            <a:off x="4552950" y="1295400"/>
            <a:ext cx="3257550" cy="3352800"/>
            <a:chOff x="4552950" y="1295400"/>
            <a:chExt cx="3257550" cy="33528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F52339D-FDF2-47D5-A207-A15F1EB2A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00" t="18889" r="16666" b="32222"/>
            <a:stretch>
              <a:fillRect/>
            </a:stretch>
          </p:blipFill>
          <p:spPr>
            <a:xfrm>
              <a:off x="4552950" y="1295400"/>
              <a:ext cx="3257550" cy="33528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F71C36-70D7-2BE8-F15D-DC87AAC61E20}"/>
                </a:ext>
              </a:extLst>
            </p:cNvPr>
            <p:cNvSpPr/>
            <p:nvPr/>
          </p:nvSpPr>
          <p:spPr>
            <a:xfrm>
              <a:off x="5448300" y="2849880"/>
              <a:ext cx="1310640" cy="32004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HH:MM:</a:t>
              </a:r>
              <a:r>
                <a:rPr lang="en-US" sz="1600" dirty="0"/>
                <a:t>SS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9F2732-B150-7857-0A17-AC91D4DFCDBD}"/>
                </a:ext>
              </a:extLst>
            </p:cNvPr>
            <p:cNvSpPr/>
            <p:nvPr/>
          </p:nvSpPr>
          <p:spPr>
            <a:xfrm>
              <a:off x="6347460" y="2270760"/>
              <a:ext cx="403860" cy="32004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/>
                <a:t>BPM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42C5749-B25A-66FE-5816-4E96644E3735}"/>
                </a:ext>
              </a:extLst>
            </p:cNvPr>
            <p:cNvSpPr/>
            <p:nvPr/>
          </p:nvSpPr>
          <p:spPr>
            <a:xfrm>
              <a:off x="5452111" y="2240280"/>
              <a:ext cx="784860" cy="32004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/>
                <a:t>Stock line Graph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6D9402-FEFA-B661-2F92-5D07D1C9364C}"/>
                </a:ext>
              </a:extLst>
            </p:cNvPr>
            <p:cNvSpPr/>
            <p:nvPr/>
          </p:nvSpPr>
          <p:spPr>
            <a:xfrm>
              <a:off x="5362575" y="2579370"/>
              <a:ext cx="931545" cy="22098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/>
                <a:t>Stock 1m Price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0B3563A-531A-899B-6F57-AF2FD5180AB6}"/>
                </a:ext>
              </a:extLst>
            </p:cNvPr>
            <p:cNvSpPr/>
            <p:nvPr/>
          </p:nvSpPr>
          <p:spPr>
            <a:xfrm>
              <a:off x="5593080" y="3429001"/>
              <a:ext cx="944880" cy="1905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/>
                <a:t>Day Date Month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360050-234B-D275-FB10-7FA5538CD4D9}"/>
                </a:ext>
              </a:extLst>
            </p:cNvPr>
            <p:cNvSpPr/>
            <p:nvPr/>
          </p:nvSpPr>
          <p:spPr>
            <a:xfrm>
              <a:off x="5440680" y="3188970"/>
              <a:ext cx="655320" cy="1905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Steps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4D269A5-FBCF-D83F-188D-DA04722E1C6B}"/>
                </a:ext>
              </a:extLst>
            </p:cNvPr>
            <p:cNvSpPr/>
            <p:nvPr/>
          </p:nvSpPr>
          <p:spPr>
            <a:xfrm>
              <a:off x="6096000" y="3188970"/>
              <a:ext cx="655320" cy="1905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Altitude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E7CBEBF-B820-8D45-A0BA-9E9EEF5A9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18889" r="16666" b="32222"/>
          <a:stretch>
            <a:fillRect/>
          </a:stretch>
        </p:blipFill>
        <p:spPr>
          <a:xfrm>
            <a:off x="8031481" y="1295400"/>
            <a:ext cx="325755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170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Mauro Marcano</dc:creator>
  <cp:lastModifiedBy>Mauro Marcano</cp:lastModifiedBy>
  <cp:revision>1</cp:revision>
  <dcterms:created xsi:type="dcterms:W3CDTF">2026-06-24T13:57:43Z</dcterms:created>
  <dcterms:modified xsi:type="dcterms:W3CDTF">2026-06-24T14:18:56Z</dcterms:modified>
</cp:coreProperties>
</file>